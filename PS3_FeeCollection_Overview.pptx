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PS3 Fee Collection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1">
                <a:latin typeface="Calibri"/>
              </a:rPr>
              <a:t>Automated Fee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latin typeface="Calibri"/>
              </a:defRPr>
            </a:pPr>
            <a:r>
              <a:t>A web‑based solution for managing student fee payments.</a:t>
            </a:r>
          </a:p>
          <a:p>
            <a:pPr>
              <a:defRPr sz="1800">
                <a:latin typeface="Calibri"/>
              </a:defRPr>
            </a:pPr>
            <a:r>
              <a:t>Provides secure login, fee tracking, receipt generation, and admin dashboards.</a:t>
            </a:r>
          </a:p>
          <a:p>
            <a:pPr>
              <a:defRPr sz="1800">
                <a:latin typeface="Calibri"/>
              </a:defRPr>
            </a:pPr>
            <a:r>
              <a:t>Designed for schools/colleges to streamline financial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latin typeface="Calibri"/>
              </a:defRPr>
            </a:pPr>
            <a:r>
              <a:t>Frontend: React (SPA) communicating with REST APIs.</a:t>
            </a:r>
          </a:p>
          <a:p>
            <a:pPr>
              <a:defRPr sz="1800">
                <a:latin typeface="Calibri"/>
              </a:defRPr>
            </a:pPr>
            <a:r>
              <a:t>Backend: Node.js + Express with MongoDB for data persistence.</a:t>
            </a:r>
          </a:p>
          <a:p>
            <a:pPr>
              <a:defRPr sz="1800">
                <a:latin typeface="Calibri"/>
              </a:defRPr>
            </a:pPr>
            <a:r>
              <a:t>Authentication via JWT, logging with Winston, environment config via dotenv.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latin typeface="Calibri"/>
              </a:defRPr>
            </a:pPr>
            <a:r>
              <a:t>🔐 Secure user authentication and role‑based access.</a:t>
            </a:r>
          </a:p>
          <a:p>
            <a:pPr>
              <a:defRPr sz="1800">
                <a:latin typeface="Calibri"/>
              </a:defRPr>
            </a:pPr>
            <a:r>
              <a:t>📊 Real‑time dashboard for fee statistics.</a:t>
            </a:r>
          </a:p>
          <a:p>
            <a:pPr>
              <a:defRPr sz="1800">
                <a:latin typeface="Calibri"/>
              </a:defRPr>
            </a:pPr>
            <a:r>
              <a:t>🧾 Automated receipt generation (PDF).</a:t>
            </a:r>
          </a:p>
          <a:p>
            <a:pPr>
              <a:defRPr sz="1800">
                <a:latin typeface="Calibri"/>
              </a:defRPr>
            </a:pPr>
            <a:r>
              <a:t>💳 Online payment integration.</a:t>
            </a:r>
          </a:p>
          <a:p>
            <a:pPr>
              <a:defRPr sz="1800">
                <a:latin typeface="Calibri"/>
              </a:defRPr>
            </a:pPr>
            <a:r>
              <a:t>🛠️ Admin panel for managing students, fees, and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UI Snapshots</a:t>
            </a:r>
          </a:p>
        </p:txBody>
      </p:sp>
      <p:pic>
        <p:nvPicPr>
          <p:cNvPr id="3" name="Picture 2" descr="screenshot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571750"/>
          </a:xfrm>
          <a:prstGeom prst="rect">
            <a:avLst/>
          </a:prstGeom>
        </p:spPr>
      </p:pic>
      <p:pic>
        <p:nvPicPr>
          <p:cNvPr id="4" name="Picture 3" descr="screensho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657600" cy="3957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latin typeface="Calibri"/>
              </a:defRPr>
            </a:pPr>
            <a:r>
              <a:t>Frontend: React, JavaScript, HTML5, CSS3</a:t>
            </a:r>
          </a:p>
          <a:p>
            <a:pPr>
              <a:defRPr sz="1800">
                <a:latin typeface="Calibri"/>
              </a:defRPr>
            </a:pPr>
            <a:r>
              <a:t>Backend: Node.js, Express.js</a:t>
            </a:r>
          </a:p>
          <a:p>
            <a:pPr>
              <a:defRPr sz="1800">
                <a:latin typeface="Calibri"/>
              </a:defRPr>
            </a:pPr>
            <a:r>
              <a:t>Database: MongoDB</a:t>
            </a:r>
          </a:p>
          <a:p>
            <a:pPr>
              <a:defRPr sz="1800">
                <a:latin typeface="Calibri"/>
              </a:defRPr>
            </a:pPr>
            <a:r>
              <a:t>Auth: JWT, bcrypt</a:t>
            </a:r>
          </a:p>
          <a:p>
            <a:pPr>
              <a:defRPr sz="1800">
                <a:latin typeface="Calibri"/>
              </a:defRPr>
            </a:pPr>
            <a:r>
              <a:t>Styling: Bootstrap (custom corporate theme)</a:t>
            </a:r>
          </a:p>
          <a:p>
            <a:pPr>
              <a:defRPr sz="1800">
                <a:latin typeface="Calibri"/>
              </a:defRPr>
            </a:pPr>
            <a:r>
              <a:t>Tools: Git, Docker (optional), npm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